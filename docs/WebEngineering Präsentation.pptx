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59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522"/>
    <a:srgbClr val="0A0B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478723-A4BF-4E1A-A2FA-29F0B2E9A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63AA523-CF8D-40D7-87EB-E85CE352E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66B15D-9899-47AE-8E6E-3708B1978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A050E-091B-4BBE-86DF-FC82827E9CE9}" type="datetimeFigureOut">
              <a:rPr lang="de-DE" smtClean="0"/>
              <a:t>22.06.2025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D90201-EBDB-4857-8FE9-7A0209238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0B222C-AC89-45F9-9B17-11F6AEC4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23414-2651-4E28-ADDB-6501D3538F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80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FE990A-BD08-419C-A8F1-72EA740E6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4C2E32-0FA9-4367-9979-CA959D766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1A8BDD-DEB5-4D75-9C76-FB8FE96D2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A050E-091B-4BBE-86DF-FC82827E9CE9}" type="datetimeFigureOut">
              <a:rPr lang="de-DE" smtClean="0"/>
              <a:t>22.06.2025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5B0C8C-F4C5-45CA-982D-0EC615630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8DF1FC-7D43-43AD-8573-C43B43292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23414-2651-4E28-ADDB-6501D3538F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826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AF41FF-0898-40DA-B184-29C589174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DD8292-2A94-46EF-AB03-BF4874A5A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DEAAB2-C151-48B7-A3FA-9D9DAEF73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A050E-091B-4BBE-86DF-FC82827E9CE9}" type="datetimeFigureOut">
              <a:rPr lang="de-DE" smtClean="0"/>
              <a:t>22.06.2025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ECA68D-D32D-4610-97D9-FB242B102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978942-B299-441C-B14A-F31405799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23414-2651-4E28-ADDB-6501D3538F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7706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EA3B33-348B-4C1A-BEE5-71745812F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D0F8AF-A15A-4E98-A79D-552EB59E4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B1FA99B-F2B5-4C47-AA6B-05DD4DA10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3A0A2F8-1889-490C-A3B5-F3AC9695D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A050E-091B-4BBE-86DF-FC82827E9CE9}" type="datetimeFigureOut">
              <a:rPr lang="de-DE" smtClean="0"/>
              <a:t>22.06.2025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3B35594-142D-458A-BAC6-1AA06A980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1A3AB1C-B84B-467B-8E8B-CA14727C6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23414-2651-4E28-ADDB-6501D3538F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5298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7DEFA6-8916-47D4-B1F4-27971D99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698D63C-94C9-42A9-B294-0D4D5875C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58F2783-45C8-4427-99F4-B33D93095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C1C8FC7-F669-4335-9184-C98C641FD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DB01337-B6C7-4749-8160-E09E21BF0B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92DD234-0FAA-4056-A449-DA60ADEB0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A050E-091B-4BBE-86DF-FC82827E9CE9}" type="datetimeFigureOut">
              <a:rPr lang="de-DE" smtClean="0"/>
              <a:t>22.06.2025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C6DFC41-8592-49D3-8115-2BBE70189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CD1BD65-C8BD-4371-BD29-087D02C21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23414-2651-4E28-ADDB-6501D3538F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982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F0D98F-E12C-4E98-AA00-3AD3D3D7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6B0647A-D323-41AC-A40D-B22278797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A050E-091B-4BBE-86DF-FC82827E9CE9}" type="datetimeFigureOut">
              <a:rPr lang="de-DE" smtClean="0"/>
              <a:t>22.06.2025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6BC3DD8-671A-4918-B19E-CC466CCD2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DE27D8-2BFC-48C8-9272-9CBC6E6E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23414-2651-4E28-ADDB-6501D3538F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7815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BD78A7-EABF-47C3-82E1-5E1A5DF76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A050E-091B-4BBE-86DF-FC82827E9CE9}" type="datetimeFigureOut">
              <a:rPr lang="de-DE" smtClean="0"/>
              <a:t>22.06.2025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EF7084D-C306-4E2D-835A-2F3C70DB0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D60B281-1792-4BA7-918A-11E87A618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23414-2651-4E28-ADDB-6501D3538F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2982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5475A9-DC9C-4174-BF78-06D2A08D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0CB2AA-814C-4957-8214-1C7C0B1D0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1A6EF7C-8225-45E3-8C17-D67C7EFB6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5A537E9-803C-4F09-8F5D-B9DE04C61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A050E-091B-4BBE-86DF-FC82827E9CE9}" type="datetimeFigureOut">
              <a:rPr lang="de-DE" smtClean="0"/>
              <a:t>22.06.2025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FB07792-49A9-44FC-9D59-4B5CC039A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CA949F4-6784-4C72-8963-F4D0D2DC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23414-2651-4E28-ADDB-6501D3538F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8039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18A21E-6B7C-4E0A-9B4C-413BF8EDF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E21CFC3-F924-488B-BB63-BB13B361F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227B167-6417-419A-A436-FAD527678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C59972-2D06-4CF6-90FB-5FE139009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A050E-091B-4BBE-86DF-FC82827E9CE9}" type="datetimeFigureOut">
              <a:rPr lang="de-DE" smtClean="0"/>
              <a:t>22.06.2025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264A914-8908-477F-8D7E-6ADB72BCE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35408D-46C0-47C2-B2E8-21869F45E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23414-2651-4E28-ADDB-6501D3538F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9477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CECF24-2A7C-4BC8-B1A7-F4965E0C1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6E1F378-29AB-4644-8A38-6BFD40D4C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6AD79C-27BF-43BC-B95D-99CF39FFE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A050E-091B-4BBE-86DF-FC82827E9CE9}" type="datetimeFigureOut">
              <a:rPr lang="de-DE" smtClean="0"/>
              <a:t>22.06.2025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A7FF17-3FD0-4127-8D44-2F0DBD21E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57CA21-3EAF-48AB-BA86-2E2174E5E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23414-2651-4E28-ADDB-6501D3538F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767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1B6FE02-D69D-4CB2-81F5-BF537D649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F518FB8-25E1-4229-82F7-11C021E03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2DF844-4566-4667-925D-E11B9D6A4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A050E-091B-4BBE-86DF-FC82827E9CE9}" type="datetimeFigureOut">
              <a:rPr lang="de-DE" smtClean="0"/>
              <a:t>22.06.2025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C7DA30-0211-4AA5-9B02-CE32133B8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E82E49-7D23-4BCB-987B-A39325B7B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23414-2651-4E28-ADDB-6501D3538F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0219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455B103-409A-4286-8D33-A905DD929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1A1D40-003B-4E3D-9555-F23663756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E68C2B-0882-40BA-8D8C-F872DE90B7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AA050E-091B-4BBE-86DF-FC82827E9CE9}" type="datetimeFigureOut">
              <a:rPr lang="de-DE" smtClean="0"/>
              <a:t>22.06.2025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C04341-B8CF-45E0-8739-BED1977B9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E24E95-7AD6-4BE0-8B86-CCAD3A074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23414-2651-4E28-ADDB-6501D3538F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6932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x8NVkM8cfRA?feature=oembed" TargetMode="Externa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000E40E-4730-4188-B495-B306C6617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199" y="1343890"/>
            <a:ext cx="7489602" cy="417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032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6F564385-8D9F-456D-AC32-C66CE1CBBB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3646" y="2292274"/>
            <a:ext cx="3293562" cy="3293562"/>
          </a:xfr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0C22688E-C22B-4931-8359-7EA8C91D341C}"/>
              </a:ext>
            </a:extLst>
          </p:cNvPr>
          <p:cNvSpPr/>
          <p:nvPr/>
        </p:nvSpPr>
        <p:spPr>
          <a:xfrm>
            <a:off x="1" y="0"/>
            <a:ext cx="12192000" cy="1339273"/>
          </a:xfrm>
          <a:prstGeom prst="rect">
            <a:avLst/>
          </a:prstGeom>
          <a:solidFill>
            <a:srgbClr val="141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4C63130-276C-4F79-B937-A34B2F9F4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54" y="109068"/>
            <a:ext cx="2013528" cy="112113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47B0C62-5318-41F4-98AA-7C878F8F30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219" y="2292274"/>
            <a:ext cx="3293562" cy="329356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7D51C49-81F7-4D32-B6C7-0C54C4CB89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01" y="2292274"/>
            <a:ext cx="3293561" cy="329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69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C22688E-C22B-4931-8359-7EA8C91D341C}"/>
              </a:ext>
            </a:extLst>
          </p:cNvPr>
          <p:cNvSpPr/>
          <p:nvPr/>
        </p:nvSpPr>
        <p:spPr>
          <a:xfrm>
            <a:off x="1" y="0"/>
            <a:ext cx="12192000" cy="1339273"/>
          </a:xfrm>
          <a:prstGeom prst="rect">
            <a:avLst/>
          </a:prstGeom>
          <a:solidFill>
            <a:srgbClr val="141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4C63130-276C-4F79-B937-A34B2F9F4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54" y="109068"/>
            <a:ext cx="2013528" cy="112113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77923C11-83A0-40BB-BA66-485902A27ADD}"/>
              </a:ext>
            </a:extLst>
          </p:cNvPr>
          <p:cNvSpPr txBox="1"/>
          <p:nvPr/>
        </p:nvSpPr>
        <p:spPr>
          <a:xfrm>
            <a:off x="508000" y="1656029"/>
            <a:ext cx="469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Basis: </a:t>
            </a:r>
            <a:r>
              <a:rPr lang="de-DE" dirty="0" err="1">
                <a:solidFill>
                  <a:schemeClr val="bg1"/>
                </a:solidFill>
                <a:latin typeface="Maison Neue" panose="02000000000000000000" pitchFamily="2" charset="0"/>
              </a:rPr>
              <a:t>Hitster</a:t>
            </a:r>
            <a:endParaRPr lang="de-DE" dirty="0">
              <a:solidFill>
                <a:schemeClr val="bg1"/>
              </a:solidFill>
              <a:latin typeface="Maison Neue" panose="02000000000000000000" pitchFamily="2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7B754BE-7628-4ACC-980E-25CE22C231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522" y="231424"/>
            <a:ext cx="876424" cy="876424"/>
          </a:xfrm>
          <a:prstGeom prst="rect">
            <a:avLst/>
          </a:prstGeom>
        </p:spPr>
      </p:pic>
      <p:pic>
        <p:nvPicPr>
          <p:cNvPr id="2" name="Onlinemedien 1" title="Jumbo Spiele - HITSTER - Das Musik-Kartenspiel">
            <a:hlinkClick r:id="" action="ppaction://media"/>
            <a:extLst>
              <a:ext uri="{FF2B5EF4-FFF2-40B4-BE49-F238E27FC236}">
                <a16:creationId xmlns:a16="http://schemas.microsoft.com/office/drawing/2014/main" id="{A34B4023-117A-4DE7-902D-687CE8ABA5D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508000" y="2342118"/>
            <a:ext cx="6544809" cy="3697817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F092A6C0-E4BF-47FF-839F-1B8ADD0933B2}"/>
              </a:ext>
            </a:extLst>
          </p:cNvPr>
          <p:cNvSpPr txBox="1"/>
          <p:nvPr/>
        </p:nvSpPr>
        <p:spPr>
          <a:xfrm>
            <a:off x="7391400" y="1761067"/>
            <a:ext cx="4292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Problem:</a:t>
            </a:r>
          </a:p>
          <a:p>
            <a:endParaRPr lang="de-DE" dirty="0">
              <a:solidFill>
                <a:schemeClr val="bg1"/>
              </a:solidFill>
              <a:latin typeface="Maison Neue" panose="02000000000000000000" pitchFamily="2" charset="0"/>
            </a:endParaRP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300 Karten (Basisversion)</a:t>
            </a: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Wenig Wiederspielewert</a:t>
            </a:r>
          </a:p>
          <a:p>
            <a:pPr marL="742950" lvl="1" indent="-285750">
              <a:buFontTx/>
              <a:buChar char="-"/>
            </a:pPr>
            <a:endParaRPr lang="de-DE" dirty="0">
              <a:solidFill>
                <a:schemeClr val="bg1"/>
              </a:solidFill>
              <a:latin typeface="Maison Neue" panose="02000000000000000000" pitchFamily="2" charset="0"/>
            </a:endParaRP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Spotify Premium erforderlich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Keine eigenen Songs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App erforderlich</a:t>
            </a:r>
          </a:p>
        </p:txBody>
      </p:sp>
    </p:spTree>
    <p:extLst>
      <p:ext uri="{BB962C8B-B14F-4D97-AF65-F5344CB8AC3E}">
        <p14:creationId xmlns:p14="http://schemas.microsoft.com/office/powerpoint/2010/main" val="2627766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C22688E-C22B-4931-8359-7EA8C91D341C}"/>
              </a:ext>
            </a:extLst>
          </p:cNvPr>
          <p:cNvSpPr/>
          <p:nvPr/>
        </p:nvSpPr>
        <p:spPr>
          <a:xfrm>
            <a:off x="1" y="0"/>
            <a:ext cx="12192000" cy="1339273"/>
          </a:xfrm>
          <a:prstGeom prst="rect">
            <a:avLst/>
          </a:prstGeom>
          <a:solidFill>
            <a:srgbClr val="141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4C63130-276C-4F79-B937-A34B2F9F4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54" y="109068"/>
            <a:ext cx="2013528" cy="112113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77923C11-83A0-40BB-BA66-485902A27ADD}"/>
              </a:ext>
            </a:extLst>
          </p:cNvPr>
          <p:cNvSpPr txBox="1"/>
          <p:nvPr/>
        </p:nvSpPr>
        <p:spPr>
          <a:xfrm>
            <a:off x="508000" y="1656029"/>
            <a:ext cx="469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Lösung: </a:t>
            </a:r>
            <a:r>
              <a:rPr lang="de-DE" dirty="0" err="1">
                <a:solidFill>
                  <a:schemeClr val="bg1"/>
                </a:solidFill>
                <a:latin typeface="Maison Neue" panose="02000000000000000000" pitchFamily="2" charset="0"/>
              </a:rPr>
              <a:t>Hitster</a:t>
            </a: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Maison Neue" panose="02000000000000000000" pitchFamily="2" charset="0"/>
              </a:rPr>
              <a:t>Customs</a:t>
            </a:r>
            <a:endParaRPr lang="de-DE" dirty="0">
              <a:solidFill>
                <a:schemeClr val="bg1"/>
              </a:solidFill>
              <a:latin typeface="Maison Neue" panose="02000000000000000000" pitchFamily="2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7B754BE-7628-4ACC-980E-25CE22C231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522" y="231424"/>
            <a:ext cx="876424" cy="87642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F092A6C0-E4BF-47FF-839F-1B8ADD0933B2}"/>
              </a:ext>
            </a:extLst>
          </p:cNvPr>
          <p:cNvSpPr txBox="1"/>
          <p:nvPr/>
        </p:nvSpPr>
        <p:spPr>
          <a:xfrm>
            <a:off x="7391400" y="1761067"/>
            <a:ext cx="4292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Vorteile:</a:t>
            </a:r>
          </a:p>
          <a:p>
            <a:endParaRPr lang="de-DE" dirty="0">
              <a:solidFill>
                <a:schemeClr val="bg1"/>
              </a:solidFill>
              <a:latin typeface="Maison Neue" panose="02000000000000000000" pitchFamily="2" charset="0"/>
            </a:endParaRP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Eigene Karten erstellen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YouTube und Deezer Support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Webapp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Karten teilen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Playlists zusammenstellen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Trotzdem physisches Spiel</a:t>
            </a:r>
          </a:p>
          <a:p>
            <a:pPr marL="285750" indent="-285750">
              <a:buFontTx/>
              <a:buChar char="-"/>
            </a:pPr>
            <a:endParaRPr lang="de-DE" dirty="0">
              <a:solidFill>
                <a:schemeClr val="bg1"/>
              </a:solidFill>
              <a:latin typeface="Maison Neue" panose="02000000000000000000" pitchFamily="2" charset="0"/>
            </a:endParaRPr>
          </a:p>
          <a:p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Aber: 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Name markenrechtlich schwierig</a:t>
            </a:r>
          </a:p>
          <a:p>
            <a:pPr marL="285750" indent="-285750">
              <a:buFontTx/>
              <a:buChar char="-"/>
            </a:pPr>
            <a:endParaRPr lang="de-DE" dirty="0">
              <a:solidFill>
                <a:schemeClr val="bg1"/>
              </a:solidFill>
              <a:latin typeface="Maison Neue" panose="02000000000000000000" pitchFamily="2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D2E2062-DF4F-4EB6-ACD3-C2D6B33055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33" y="2464615"/>
            <a:ext cx="5764268" cy="320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280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C22688E-C22B-4931-8359-7EA8C91D341C}"/>
              </a:ext>
            </a:extLst>
          </p:cNvPr>
          <p:cNvSpPr/>
          <p:nvPr/>
        </p:nvSpPr>
        <p:spPr>
          <a:xfrm>
            <a:off x="1" y="0"/>
            <a:ext cx="12192000" cy="1339273"/>
          </a:xfrm>
          <a:prstGeom prst="rect">
            <a:avLst/>
          </a:prstGeom>
          <a:solidFill>
            <a:srgbClr val="141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4C63130-276C-4F79-B937-A34B2F9F4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54" y="109068"/>
            <a:ext cx="2013528" cy="112113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77923C11-83A0-40BB-BA66-485902A27ADD}"/>
              </a:ext>
            </a:extLst>
          </p:cNvPr>
          <p:cNvSpPr txBox="1"/>
          <p:nvPr/>
        </p:nvSpPr>
        <p:spPr>
          <a:xfrm>
            <a:off x="508000" y="1532467"/>
            <a:ext cx="46990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Basis: 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XAMPP </a:t>
            </a: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Apache Webserver</a:t>
            </a: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MySQL Datenbank</a:t>
            </a:r>
          </a:p>
          <a:p>
            <a:endParaRPr lang="de-DE" dirty="0">
              <a:solidFill>
                <a:schemeClr val="bg1"/>
              </a:solidFill>
              <a:latin typeface="Maison Neue" panose="02000000000000000000" pitchFamily="2" charset="0"/>
            </a:endParaRPr>
          </a:p>
          <a:p>
            <a:r>
              <a:rPr lang="de-DE" dirty="0" err="1">
                <a:solidFill>
                  <a:schemeClr val="bg1"/>
                </a:solidFill>
                <a:latin typeface="Maison Neue" panose="02000000000000000000" pitchFamily="2" charset="0"/>
              </a:rPr>
              <a:t>API‘s</a:t>
            </a: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Spotify Public API (mit Key)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Deezer Public API (ohne Key)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YouTube Public API (mit Key)</a:t>
            </a:r>
          </a:p>
          <a:p>
            <a:pPr marL="285750" indent="-285750">
              <a:buFontTx/>
              <a:buChar char="-"/>
            </a:pPr>
            <a:endParaRPr lang="de-DE" dirty="0">
              <a:solidFill>
                <a:schemeClr val="bg1"/>
              </a:solidFill>
              <a:latin typeface="Maison Neue" panose="02000000000000000000" pitchFamily="2" charset="0"/>
            </a:endParaRPr>
          </a:p>
          <a:p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Eingebundene Bibliotheken:</a:t>
            </a:r>
          </a:p>
          <a:p>
            <a:pPr marL="285750" indent="-285750">
              <a:buFontTx/>
              <a:buChar char="-"/>
            </a:pPr>
            <a:r>
              <a:rPr lang="de-DE" dirty="0" err="1">
                <a:solidFill>
                  <a:schemeClr val="bg1"/>
                </a:solidFill>
                <a:latin typeface="Maison Neue" panose="02000000000000000000" pitchFamily="2" charset="0"/>
              </a:rPr>
              <a:t>PHPMailer</a:t>
            </a: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	</a:t>
            </a:r>
          </a:p>
          <a:p>
            <a:pPr marL="285750" indent="-285750">
              <a:buFontTx/>
              <a:buChar char="-"/>
            </a:pPr>
            <a:r>
              <a:rPr lang="de-DE" dirty="0" err="1">
                <a:solidFill>
                  <a:schemeClr val="bg1"/>
                </a:solidFill>
                <a:latin typeface="Maison Neue" panose="02000000000000000000" pitchFamily="2" charset="0"/>
              </a:rPr>
              <a:t>PHPQRcode</a:t>
            </a: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	</a:t>
            </a:r>
          </a:p>
          <a:p>
            <a:pPr marL="285750" indent="-285750">
              <a:buFontTx/>
              <a:buChar char="-"/>
            </a:pPr>
            <a:r>
              <a:rPr lang="de-DE" dirty="0" err="1">
                <a:solidFill>
                  <a:schemeClr val="bg1"/>
                </a:solidFill>
                <a:latin typeface="Maison Neue" panose="02000000000000000000" pitchFamily="2" charset="0"/>
              </a:rPr>
              <a:t>PHPdotenv</a:t>
            </a:r>
            <a:endParaRPr lang="de-DE" dirty="0">
              <a:solidFill>
                <a:schemeClr val="bg1"/>
              </a:solidFill>
              <a:latin typeface="Maison Neue" panose="02000000000000000000" pitchFamily="2" charset="0"/>
            </a:endParaRP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FPDF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Composer</a:t>
            </a:r>
          </a:p>
          <a:p>
            <a:pPr marL="285750" indent="-285750">
              <a:buFontTx/>
              <a:buChar char="-"/>
            </a:pPr>
            <a:r>
              <a:rPr lang="de-DE" dirty="0" err="1">
                <a:solidFill>
                  <a:schemeClr val="bg1"/>
                </a:solidFill>
                <a:latin typeface="Maison Neue" panose="02000000000000000000" pitchFamily="2" charset="0"/>
              </a:rPr>
              <a:t>Symfony</a:t>
            </a:r>
            <a:endParaRPr lang="de-DE" dirty="0">
              <a:solidFill>
                <a:schemeClr val="bg1"/>
              </a:solidFill>
              <a:latin typeface="Maison Neue" panose="02000000000000000000" pitchFamily="2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7DB5C62-400C-466E-942D-A933FB60AC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522" y="231424"/>
            <a:ext cx="876424" cy="87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745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C22688E-C22B-4931-8359-7EA8C91D341C}"/>
              </a:ext>
            </a:extLst>
          </p:cNvPr>
          <p:cNvSpPr/>
          <p:nvPr/>
        </p:nvSpPr>
        <p:spPr>
          <a:xfrm>
            <a:off x="1" y="0"/>
            <a:ext cx="12192000" cy="1339273"/>
          </a:xfrm>
          <a:prstGeom prst="rect">
            <a:avLst/>
          </a:prstGeom>
          <a:solidFill>
            <a:srgbClr val="141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4C63130-276C-4F79-B937-A34B2F9F4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54" y="109068"/>
            <a:ext cx="2013528" cy="112113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77923C11-83A0-40BB-BA66-485902A27ADD}"/>
              </a:ext>
            </a:extLst>
          </p:cNvPr>
          <p:cNvSpPr txBox="1"/>
          <p:nvPr/>
        </p:nvSpPr>
        <p:spPr>
          <a:xfrm>
            <a:off x="508000" y="1532467"/>
            <a:ext cx="4699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Besonderheiten im Code:</a:t>
            </a:r>
          </a:p>
          <a:p>
            <a:endParaRPr lang="de-DE" dirty="0">
              <a:solidFill>
                <a:schemeClr val="bg1"/>
              </a:solidFill>
              <a:latin typeface="Maison Neue" panose="02000000000000000000" pitchFamily="2" charset="0"/>
            </a:endParaRP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Spotify 2 Deezer Converter</a:t>
            </a:r>
          </a:p>
          <a:p>
            <a:pPr marL="285750" indent="-285750">
              <a:buFontTx/>
              <a:buChar char="-"/>
            </a:pPr>
            <a:r>
              <a:rPr lang="de-DE" dirty="0" err="1">
                <a:solidFill>
                  <a:schemeClr val="bg1"/>
                </a:solidFill>
                <a:latin typeface="Maison Neue" panose="02000000000000000000" pitchFamily="2" charset="0"/>
              </a:rPr>
              <a:t>Yt-dlp</a:t>
            </a:r>
            <a:endParaRPr lang="de-DE" dirty="0">
              <a:solidFill>
                <a:schemeClr val="bg1"/>
              </a:solidFill>
              <a:latin typeface="Maison Neue" panose="02000000000000000000" pitchFamily="2" charset="0"/>
            </a:endParaRPr>
          </a:p>
          <a:p>
            <a:pPr marL="285750" indent="-285750">
              <a:buFontTx/>
              <a:buChar char="-"/>
            </a:pPr>
            <a:r>
              <a:rPr lang="de-DE" dirty="0" err="1">
                <a:solidFill>
                  <a:schemeClr val="bg1"/>
                </a:solidFill>
                <a:latin typeface="Maison Neue" panose="02000000000000000000" pitchFamily="2" charset="0"/>
              </a:rPr>
              <a:t>PHPQRcode</a:t>
            </a:r>
            <a:endParaRPr lang="de-DE" dirty="0">
              <a:solidFill>
                <a:schemeClr val="bg1"/>
              </a:solidFill>
              <a:latin typeface="Maison Neue" panose="02000000000000000000" pitchFamily="2" charset="0"/>
            </a:endParaRP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Mobile Optimierung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Token Validierung bei </a:t>
            </a: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Registrierung</a:t>
            </a:r>
          </a:p>
          <a:p>
            <a:pPr marL="742950" lvl="1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Passwort </a:t>
            </a:r>
            <a:r>
              <a:rPr lang="de-DE" dirty="0" err="1">
                <a:solidFill>
                  <a:schemeClr val="bg1"/>
                </a:solidFill>
                <a:latin typeface="Maison Neue" panose="02000000000000000000" pitchFamily="2" charset="0"/>
              </a:rPr>
              <a:t>Reset</a:t>
            </a:r>
            <a:endParaRPr lang="de-DE" dirty="0">
              <a:solidFill>
                <a:schemeClr val="bg1"/>
              </a:solidFill>
              <a:latin typeface="Maison Neue" panose="02000000000000000000" pitchFamily="2" charset="0"/>
            </a:endParaRP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95E8A1F1-BE4E-4E6A-952A-89D96AA562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522" y="231424"/>
            <a:ext cx="876424" cy="876424"/>
          </a:xfr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0A580438-E312-4512-B4B9-0917F210F37C}"/>
              </a:ext>
            </a:extLst>
          </p:cNvPr>
          <p:cNvSpPr txBox="1"/>
          <p:nvPr/>
        </p:nvSpPr>
        <p:spPr>
          <a:xfrm>
            <a:off x="6096000" y="1532467"/>
            <a:ext cx="469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Aktuelle Fehler:</a:t>
            </a:r>
          </a:p>
          <a:p>
            <a:endParaRPr lang="de-DE" dirty="0">
              <a:solidFill>
                <a:schemeClr val="bg1"/>
              </a:solidFill>
              <a:latin typeface="Maison Neue" panose="02000000000000000000" pitchFamily="2" charset="0"/>
            </a:endParaRP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iOS mag Kamerafreigaben nicht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bg1"/>
                </a:solidFill>
                <a:latin typeface="Maison Neue" panose="02000000000000000000" pitchFamily="2" charset="0"/>
              </a:rPr>
              <a:t>Ausschließlich iOS zum testen</a:t>
            </a:r>
          </a:p>
        </p:txBody>
      </p:sp>
    </p:spTree>
    <p:extLst>
      <p:ext uri="{BB962C8B-B14F-4D97-AF65-F5344CB8AC3E}">
        <p14:creationId xmlns:p14="http://schemas.microsoft.com/office/powerpoint/2010/main" val="1411465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</Words>
  <Application>Microsoft Office PowerPoint</Application>
  <PresentationFormat>Breitbild</PresentationFormat>
  <Paragraphs>51</Paragraphs>
  <Slides>6</Slides>
  <Notes>0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Maison Neue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Davy Kyrian</dc:creator>
  <cp:lastModifiedBy>Davy Kyrian</cp:lastModifiedBy>
  <cp:revision>8</cp:revision>
  <dcterms:created xsi:type="dcterms:W3CDTF">2025-06-12T20:46:10Z</dcterms:created>
  <dcterms:modified xsi:type="dcterms:W3CDTF">2025-06-22T18:01:56Z</dcterms:modified>
</cp:coreProperties>
</file>